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d3fba9ec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d3fba9ec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b9f9d163d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b9f9d163d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11" Type="http://schemas.openxmlformats.org/officeDocument/2006/relationships/image" Target="../media/image4.png"/><Relationship Id="rId10" Type="http://schemas.openxmlformats.org/officeDocument/2006/relationships/image" Target="../media/image5.png"/><Relationship Id="rId9" Type="http://schemas.openxmlformats.org/officeDocument/2006/relationships/image" Target="../media/image18.pn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Relationship Id="rId6" Type="http://schemas.openxmlformats.org/officeDocument/2006/relationships/image" Target="../media/image10.png"/><Relationship Id="rId7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lin ang="5400012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464150" y="215586"/>
            <a:ext cx="8520600" cy="915900"/>
          </a:xfrm>
          <a:prstGeom prst="rect">
            <a:avLst/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Code U: Level 1</a:t>
            </a:r>
            <a:endParaRPr b="1" sz="4800"/>
          </a:p>
        </p:txBody>
      </p:sp>
      <p:sp>
        <p:nvSpPr>
          <p:cNvPr id="55" name="Google Shape;55;p13"/>
          <p:cNvSpPr/>
          <p:nvPr/>
        </p:nvSpPr>
        <p:spPr>
          <a:xfrm>
            <a:off x="464100" y="1241682"/>
            <a:ext cx="8520600" cy="38325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/>
          <p:nvPr/>
        </p:nvSpPr>
        <p:spPr>
          <a:xfrm>
            <a:off x="311700" y="1089282"/>
            <a:ext cx="8520600" cy="3832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50" y="63186"/>
            <a:ext cx="8520600" cy="9159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Code U: Level 1</a:t>
            </a:r>
            <a:endParaRPr b="1" sz="4800"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658075" y="1091818"/>
            <a:ext cx="78675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Game Design and App Development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AP Computer Science Principles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 rot="558283">
            <a:off x="166293" y="2171626"/>
            <a:ext cx="4840894" cy="1477723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 MAKE 3D GAMES 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 DESIGN WEBSITES 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 CREATE YOUR OWN APPS 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0" name="Google Shape;60;p13" title="unityRobot2.png"/>
          <p:cNvPicPr preferRelativeResize="0"/>
          <p:nvPr/>
        </p:nvPicPr>
        <p:blipFill rotWithShape="1">
          <a:blip r:embed="rId3">
            <a:alphaModFix/>
          </a:blip>
          <a:srcRect b="0" l="51174" r="0" t="7944"/>
          <a:stretch/>
        </p:blipFill>
        <p:spPr>
          <a:xfrm rot="-456600">
            <a:off x="7154106" y="2914819"/>
            <a:ext cx="1415315" cy="1778887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sp>
        <p:nvSpPr>
          <p:cNvPr id="61" name="Google Shape;61;p13"/>
          <p:cNvSpPr txBox="1"/>
          <p:nvPr/>
        </p:nvSpPr>
        <p:spPr>
          <a:xfrm>
            <a:off x="658075" y="3813593"/>
            <a:ext cx="460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NO </a:t>
            </a: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PREREQUISITES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2.0 HIGH SCHOOL CREDITS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EARN UP TO 5 AP CREDITS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EARN UP TO 6 INDUSTRY CREDENTIALS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62" name="Google Shape;62;p13" title="ap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2">
            <a:off x="3320791" y="3955799"/>
            <a:ext cx="1488776" cy="823775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63" name="Google Shape;63;p13" title="HTML5_logo_and_wordmark.svg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225917">
            <a:off x="7602577" y="2221212"/>
            <a:ext cx="1045199" cy="1045199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64" name="Google Shape;64;p13" title="Screenshot 2026-01-22 121811.png"/>
          <p:cNvPicPr preferRelativeResize="0"/>
          <p:nvPr/>
        </p:nvPicPr>
        <p:blipFill rotWithShape="1">
          <a:blip r:embed="rId6">
            <a:alphaModFix/>
          </a:blip>
          <a:srcRect b="0" l="12451" r="18225" t="0"/>
          <a:stretch/>
        </p:blipFill>
        <p:spPr>
          <a:xfrm rot="-368273">
            <a:off x="5280950" y="2486061"/>
            <a:ext cx="1575420" cy="1263851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65" name="Google Shape;65;p13" title="Unity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1094304">
            <a:off x="5963484" y="1519633"/>
            <a:ext cx="2633907" cy="956857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66" name="Google Shape;66;p13" title="among-us-01-removebg-preview.png"/>
          <p:cNvPicPr preferRelativeResize="0"/>
          <p:nvPr/>
        </p:nvPicPr>
        <p:blipFill rotWithShape="1">
          <a:blip r:embed="rId8">
            <a:alphaModFix/>
          </a:blip>
          <a:srcRect b="0" l="20383" r="19737" t="0"/>
          <a:stretch/>
        </p:blipFill>
        <p:spPr>
          <a:xfrm>
            <a:off x="4572000" y="3566036"/>
            <a:ext cx="1441850" cy="135575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67" name="Google Shape;67;p13" title="appStoreLogo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1171293">
            <a:off x="6163561" y="3648954"/>
            <a:ext cx="1097902" cy="1084913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lin ang="5400012" scaled="0"/>
        </a:gra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type="ctrTitle"/>
          </p:nvPr>
        </p:nvSpPr>
        <p:spPr>
          <a:xfrm>
            <a:off x="464150" y="215586"/>
            <a:ext cx="8520600" cy="915900"/>
          </a:xfrm>
          <a:prstGeom prst="rect">
            <a:avLst/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Code U: Level 1</a:t>
            </a:r>
            <a:endParaRPr b="1" sz="4800"/>
          </a:p>
        </p:txBody>
      </p:sp>
      <p:sp>
        <p:nvSpPr>
          <p:cNvPr id="73" name="Google Shape;73;p14"/>
          <p:cNvSpPr/>
          <p:nvPr/>
        </p:nvSpPr>
        <p:spPr>
          <a:xfrm>
            <a:off x="464100" y="1241682"/>
            <a:ext cx="8520600" cy="38325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311700" y="1089282"/>
            <a:ext cx="8520600" cy="3832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 txBox="1"/>
          <p:nvPr>
            <p:ph type="ctrTitle"/>
          </p:nvPr>
        </p:nvSpPr>
        <p:spPr>
          <a:xfrm>
            <a:off x="311750" y="63186"/>
            <a:ext cx="8520600" cy="9159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Code U: Level 2</a:t>
            </a:r>
            <a:endParaRPr b="1" sz="4800"/>
          </a:p>
        </p:txBody>
      </p:sp>
      <p:sp>
        <p:nvSpPr>
          <p:cNvPr id="76" name="Google Shape;76;p14"/>
          <p:cNvSpPr txBox="1"/>
          <p:nvPr>
            <p:ph idx="1" type="subTitle"/>
          </p:nvPr>
        </p:nvSpPr>
        <p:spPr>
          <a:xfrm>
            <a:off x="3369059" y="1089291"/>
            <a:ext cx="48360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A.I. and Cloud Computing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AP Computer Science A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77" name="Google Shape;77;p14"/>
          <p:cNvSpPr txBox="1"/>
          <p:nvPr/>
        </p:nvSpPr>
        <p:spPr>
          <a:xfrm rot="566060">
            <a:off x="3971569" y="2440107"/>
            <a:ext cx="5150161" cy="1477668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</a:t>
            </a: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CODE MINECRAFT MODS 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 CONSTRUCT SIMULATIONS 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</a:t>
            </a: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BUILD YOUR OWN A.I.</a:t>
            </a: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" name="Google Shape;78;p14"/>
          <p:cNvSpPr txBox="1"/>
          <p:nvPr/>
        </p:nvSpPr>
        <p:spPr>
          <a:xfrm>
            <a:off x="3369062" y="3813593"/>
            <a:ext cx="460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PREREQUISITES: Level 1 or APCSP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2.0 HIGH SCHOOL CREDITS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EARN UP TO 5 AP CREDITS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EARN UP TO 6 INDUSTRY CREDENTIALS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79" name="Google Shape;79;p14" title="ap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">
            <a:off x="6019266" y="3955796"/>
            <a:ext cx="1488776" cy="823775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80" name="Google Shape;80;p14" title="Screenshot 2026-01-22 0738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8244" y="1282262"/>
            <a:ext cx="10287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4" title="Screenshot 2026-01-22 074007.png"/>
          <p:cNvPicPr preferRelativeResize="0"/>
          <p:nvPr/>
        </p:nvPicPr>
        <p:blipFill rotWithShape="1">
          <a:blip r:embed="rId5">
            <a:alphaModFix/>
          </a:blip>
          <a:srcRect b="0" l="-5943" r="0" t="0"/>
          <a:stretch/>
        </p:blipFill>
        <p:spPr>
          <a:xfrm>
            <a:off x="540981" y="1282249"/>
            <a:ext cx="1097281" cy="114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4" title="Screenshot 2026-01-22 074111.png"/>
          <p:cNvPicPr preferRelativeResize="0"/>
          <p:nvPr/>
        </p:nvPicPr>
        <p:blipFill rotWithShape="1">
          <a:blip r:embed="rId6">
            <a:alphaModFix/>
          </a:blip>
          <a:srcRect b="0" l="0" r="7167" t="0"/>
          <a:stretch/>
        </p:blipFill>
        <p:spPr>
          <a:xfrm>
            <a:off x="1638250" y="2419202"/>
            <a:ext cx="1123951" cy="1143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4" title="Screenshot 2026-01-22 073938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0015" y="2419202"/>
            <a:ext cx="1038225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4" title="newplot (1).png"/>
          <p:cNvPicPr preferRelativeResize="0"/>
          <p:nvPr/>
        </p:nvPicPr>
        <p:blipFill rotWithShape="1">
          <a:blip r:embed="rId8">
            <a:alphaModFix/>
          </a:blip>
          <a:srcRect b="0" l="16804" r="23096" t="13119"/>
          <a:stretch/>
        </p:blipFill>
        <p:spPr>
          <a:xfrm rot="-6">
            <a:off x="2591064" y="2814273"/>
            <a:ext cx="1022807" cy="1054429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85" name="Google Shape;85;p14" title="Tensorflow_logo.svg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36151" y="1618977"/>
            <a:ext cx="1032898" cy="1108203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86" name="Google Shape;86;p14" title="fox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 rot="-861759">
            <a:off x="1768875" y="4076155"/>
            <a:ext cx="1800518" cy="10158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87" name="Google Shape;87;p14" title="Minecraft-Emblem-removebg-preview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 rot="489284">
            <a:off x="282949" y="3371484"/>
            <a:ext cx="2303652" cy="1297123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3176EE"/>
            </a:gs>
            <a:gs pos="100000">
              <a:srgbClr val="113D8A"/>
            </a:gs>
          </a:gsLst>
          <a:lin ang="5400012" scaled="0"/>
        </a:gra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/>
          <p:nvPr>
            <p:ph type="ctrTitle"/>
          </p:nvPr>
        </p:nvSpPr>
        <p:spPr>
          <a:xfrm>
            <a:off x="464150" y="215586"/>
            <a:ext cx="8520600" cy="915900"/>
          </a:xfrm>
          <a:prstGeom prst="rect">
            <a:avLst/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Code U: Level 1</a:t>
            </a:r>
            <a:endParaRPr b="1" sz="4800"/>
          </a:p>
        </p:txBody>
      </p:sp>
      <p:sp>
        <p:nvSpPr>
          <p:cNvPr id="93" name="Google Shape;93;p15"/>
          <p:cNvSpPr/>
          <p:nvPr/>
        </p:nvSpPr>
        <p:spPr>
          <a:xfrm>
            <a:off x="464100" y="1241682"/>
            <a:ext cx="8520600" cy="3832500"/>
          </a:xfrm>
          <a:prstGeom prst="roundRect">
            <a:avLst>
              <a:gd fmla="val 16667" name="adj"/>
            </a:avLst>
          </a:prstGeom>
          <a:solidFill>
            <a:srgbClr val="FF00FF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311700" y="1089282"/>
            <a:ext cx="8520600" cy="3832500"/>
          </a:xfrm>
          <a:prstGeom prst="roundRect">
            <a:avLst>
              <a:gd fmla="val 16667" name="adj"/>
            </a:avLst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 txBox="1"/>
          <p:nvPr>
            <p:ph type="ctrTitle"/>
          </p:nvPr>
        </p:nvSpPr>
        <p:spPr>
          <a:xfrm>
            <a:off x="311750" y="63186"/>
            <a:ext cx="8520600" cy="915900"/>
          </a:xfrm>
          <a:prstGeom prst="rect">
            <a:avLst/>
          </a:prstGeom>
          <a:solidFill>
            <a:schemeClr val="accent6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/>
              <a:t>Tolles ELITE Internship</a:t>
            </a:r>
            <a:endParaRPr b="1" sz="4800"/>
          </a:p>
        </p:txBody>
      </p:sp>
      <p:sp>
        <p:nvSpPr>
          <p:cNvPr id="96" name="Google Shape;96;p15"/>
          <p:cNvSpPr txBox="1"/>
          <p:nvPr>
            <p:ph idx="1" type="subTitle"/>
          </p:nvPr>
        </p:nvSpPr>
        <p:spPr>
          <a:xfrm>
            <a:off x="658075" y="1091818"/>
            <a:ext cx="7867500" cy="101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Year 3 of Code U</a:t>
            </a:r>
            <a:endParaRPr sz="3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STEM Internships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97" name="Google Shape;97;p15"/>
          <p:cNvSpPr txBox="1"/>
          <p:nvPr/>
        </p:nvSpPr>
        <p:spPr>
          <a:xfrm rot="297268">
            <a:off x="298099" y="2351017"/>
            <a:ext cx="5700298" cy="1477611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 LEARN PROFESSIONAL SKILLS 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 COLLABORATE ONLINE 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  <a:highlight>
                  <a:srgbClr val="00FFFF"/>
                </a:highlight>
                <a:latin typeface="Consolas"/>
                <a:ea typeface="Consolas"/>
                <a:cs typeface="Consolas"/>
                <a:sym typeface="Consolas"/>
              </a:rPr>
              <a:t> EARN INDUSTRY CREDENTIALS </a:t>
            </a:r>
            <a:endParaRPr sz="2800">
              <a:solidFill>
                <a:schemeClr val="dk1"/>
              </a:solidFill>
              <a:highlight>
                <a:srgbClr val="00FFF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658075" y="3813593"/>
            <a:ext cx="4602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PREREQUISITES: Level 2 or APCSA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0.5 HIGH SCHOOL CREDITS PER SEMESTER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EARN UP TO 6 INDUSTRY CREDENTIALS</a:t>
            </a:r>
            <a:endParaRPr sz="15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99" name="Google Shape;99;p15" title="appStore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257150">
            <a:off x="5801361" y="3505232"/>
            <a:ext cx="1385316" cy="1371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100" name="Google Shape;100;p15" title="Visual_Studio_Code_1.35_icon.svg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19028">
            <a:off x="7352059" y="3248835"/>
            <a:ext cx="1371601" cy="1371601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101" name="Google Shape;101;p15" title="github-icon-1-logo-png-transparent-removebg-pre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521702">
            <a:off x="6525210" y="2344721"/>
            <a:ext cx="1399034" cy="1371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102" name="Google Shape;102;p15" title="Trell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933927">
            <a:off x="7211249" y="1290368"/>
            <a:ext cx="1371599" cy="1371599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  <p:pic>
        <p:nvPicPr>
          <p:cNvPr id="103" name="Google Shape;103;p15" title="agile-icon-methodology-vector-development-scrum-flexible-software-logo-concept-206202942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766047">
            <a:off x="5516908" y="1166738"/>
            <a:ext cx="1851659" cy="1371600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640000" dist="47625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